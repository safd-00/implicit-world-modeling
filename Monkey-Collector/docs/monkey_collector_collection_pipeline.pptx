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ARCHITECTURE.md 전체를 요약한 발표 표지다.</a:t>
            </a:r>
          </a:p>
          <a:p>
            <a:r>
              <a:t>다음 슬라이드부터 각 섹션 근거를 순서대로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§1 시스템 개요, §2 컴포넌트 구조.</a:t>
            </a:r>
          </a:p>
          <a:p>
            <a:r>
              <a:t>핵심 메시지는 App과 Server의 책임 경계가 명확하다는 점이다.</a:t>
            </a:r>
          </a:p>
          <a:p>
            <a:r>
              <a:t>Mermaid source:</a:t>
            </a:r>
          </a:p>
          <a:p>
            <a:r>
              <a:t>flowchart LR</a:t>
            </a:r>
          </a:p>
          <a:p>
            <a:r>
              <a:t>  APP[Android App</a:t>
            </a:r>
          </a:p>
          <a:p>
            <a:r>
              <a:t>AccessibilityService] --&gt;|TCP signals + payload| TCP[TCP channel]</a:t>
            </a:r>
          </a:p>
          <a:p>
            <a:r>
              <a:t>  TCP --&gt; SRV[Python Server]</a:t>
            </a:r>
          </a:p>
          <a:p>
            <a:r>
              <a:t>  APP --&gt; APP2[Detect foreground</a:t>
            </a:r>
          </a:p>
          <a:p>
            <a:r>
              <a:t>Stabilize screen</a:t>
            </a:r>
          </a:p>
          <a:p>
            <a:r>
              <a:t>Capture screenshot/XML]</a:t>
            </a:r>
          </a:p>
          <a:p>
            <a:r>
              <a:t>  SRV --&gt; SRV2[Parse XML</a:t>
            </a:r>
          </a:p>
          <a:p>
            <a:r>
              <a:t>Select action</a:t>
            </a:r>
          </a:p>
          <a:p>
            <a:r>
              <a:t>Execute via ADB</a:t>
            </a:r>
          </a:p>
          <a:p>
            <a:r>
              <a:t>Persist session]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§2 Android App, §3 세션 전환 핸드셰이크.</a:t>
            </a:r>
          </a:p>
          <a:p>
            <a:r>
              <a:t>두 번째 세션부터 타임아웃이 나지 않게 소켓을 닫지 않는 계약이 중요하다.</a:t>
            </a:r>
          </a:p>
          <a:p>
            <a:r>
              <a:t>Mermaid source:</a:t>
            </a:r>
          </a:p>
          <a:p>
            <a:r>
              <a:t>sequenceDiagram</a:t>
            </a:r>
          </a:p>
          <a:p>
            <a:r>
              <a:t>  participant S as Python Server</a:t>
            </a:r>
          </a:p>
          <a:p>
            <a:r>
              <a:t>  participant C as Android Client</a:t>
            </a:r>
          </a:p>
          <a:p>
            <a:r>
              <a:t>  S-&gt;&gt;C: {"type":"START","package":"pkg"}</a:t>
            </a:r>
          </a:p>
          <a:p>
            <a:r>
              <a:t>  C-&gt;&gt;S: P ACK</a:t>
            </a:r>
          </a:p>
          <a:p>
            <a:r>
              <a:t>  S-&gt;&gt;S: force_stop(pkg) + launch_app(pkg)</a:t>
            </a:r>
          </a:p>
          <a:p>
            <a:r>
              <a:t>  S-&gt;&gt;S: run_collection_loop</a:t>
            </a:r>
          </a:p>
          <a:p>
            <a:r>
              <a:t>  S-&gt;&gt;C: {"type":"SESSION_END"}</a:t>
            </a:r>
          </a:p>
          <a:p>
            <a:r>
              <a:t>  C-&gt;&gt;S: F</a:t>
            </a:r>
          </a:p>
          <a:p>
            <a:r>
              <a:t>  C-&gt;&gt;S: reconnect fresh socket</a:t>
            </a:r>
          </a:p>
          <a:p>
            <a:r>
              <a:t>  S-&gt;&gt;S: reset_for_new_session(queue/event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§3 TCP 프로토콜.</a:t>
            </a:r>
          </a:p>
          <a:p>
            <a:r>
              <a:t>제어 신호를 드롭하지 않는 큐 의미가 복구와 종료 시맨틱을 지탱한다.</a:t>
            </a:r>
          </a:p>
          <a:p>
            <a:r>
              <a:t>Mermaid source:</a:t>
            </a:r>
          </a:p>
          <a:p>
            <a:r>
              <a:t>flowchart LR</a:t>
            </a:r>
          </a:p>
          <a:p>
            <a:r>
              <a:t>  subgraph APP[Android App]</a:t>
            </a:r>
          </a:p>
          <a:p>
            <a:r>
              <a:t>    P[P package ACK]</a:t>
            </a:r>
          </a:p>
          <a:p>
            <a:r>
              <a:t>    S[S screenshot payload]</a:t>
            </a:r>
          </a:p>
          <a:p>
            <a:r>
              <a:t>    X[X XML + activity + package]</a:t>
            </a:r>
          </a:p>
          <a:p>
            <a:r>
              <a:t>    E[E external app]</a:t>
            </a:r>
          </a:p>
          <a:p>
            <a:r>
              <a:t>    N[N no-change]</a:t>
            </a:r>
          </a:p>
          <a:p>
            <a:r>
              <a:t>    F[F finish]</a:t>
            </a:r>
          </a:p>
          <a:p>
            <a:r>
              <a:t>  end</a:t>
            </a:r>
          </a:p>
          <a:p>
            <a:r>
              <a:t>  subgraph SRV[Python Server]</a:t>
            </a:r>
          </a:p>
          <a:p>
            <a:r>
              <a:t>    START[START package]</a:t>
            </a:r>
          </a:p>
          <a:p>
            <a:r>
              <a:t>    ENDMSG[SESSION_END]</a:t>
            </a:r>
          </a:p>
          <a:p>
            <a:r>
              <a:t>  end</a:t>
            </a:r>
          </a:p>
          <a:p>
            <a:r>
              <a:t>  APP --&gt;|newline-delimited JSON / payload| SRV</a:t>
            </a:r>
          </a:p>
          <a:p>
            <a:r>
              <a:t>  SRV --&gt;|START / SESSION_END|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§3 수집 루프.</a:t>
            </a:r>
          </a:p>
          <a:p>
            <a:r>
              <a:t>아래 다이어그램은 사용자가 고정한 CORE Diagram A 그대로다.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EV[AccessibilityEvent] --&gt; ST[ScreenStabilizer]</a:t>
            </a:r>
          </a:p>
          <a:p>
            <a:r>
              <a:t>  ST --&gt;|no-change| N[N signal]</a:t>
            </a:r>
          </a:p>
          <a:p>
            <a:r>
              <a:t>  ST --&gt;|external app| E[E signal]</a:t>
            </a:r>
          </a:p>
          <a:p>
            <a:r>
              <a:t>  ST --&gt;|visual change| CAP[screenshot + XML + metadata over TCP]</a:t>
            </a:r>
          </a:p>
          <a:p>
            <a:r>
              <a:t>  CAP --&gt; SRV[Python Server: consume latest signal, parse XML]</a:t>
            </a:r>
          </a:p>
          <a:p>
            <a:r>
              <a:t>  SRV --&gt; SM[ScreenMatcher: BM25 unique-page matching LLM-free]</a:t>
            </a:r>
          </a:p>
          <a:p>
            <a:r>
              <a:t>  SM --&gt;|pending: no interactable| SKIP[no page node, no observation]</a:t>
            </a:r>
          </a:p>
          <a:p>
            <a:r>
              <a:t>  SM --&gt;|page_key| EXP[LLMGuidedExplorer: select action]</a:t>
            </a:r>
          </a:p>
          <a:p>
            <a:r>
              <a:t>  EXP --&gt; ADB[ADB execute action]</a:t>
            </a:r>
          </a:p>
          <a:p>
            <a:r>
              <a:t>  ADB --&gt; LOG[events.jsonl: frame_index / page_key / observation_num]</a:t>
            </a:r>
          </a:p>
          <a:p>
            <a:r>
              <a:t>  LOG --&gt; 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§2 screen_matching, §3 수집 루프.</a:t>
            </a:r>
          </a:p>
          <a:p>
            <a:r>
              <a:t>아래 다이어그램은 사용자가 고정한 CORE Diagram B 그대로다.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IN[encoded XML + screenshot] --&gt; PF[structure fingerprint pre-filter]</a:t>
            </a:r>
          </a:p>
          <a:p>
            <a:r>
              <a:t>  PF --&gt;|exact revisit| REUSE[reuse cached page_key + observation_num]</a:t>
            </a:r>
          </a:p>
          <a:p>
            <a:r>
              <a:t>  PF --&gt;|0 interactable button/input| PEND[PENDING: reject, no node]</a:t>
            </a:r>
          </a:p>
          <a:p>
            <a:r>
              <a:t>  PF --&gt;|new or uncached| SER[serialize element-line document]</a:t>
            </a:r>
          </a:p>
          <a:p>
            <a:r>
              <a:t>  SER --&gt; BM[BM25 top-K candidate pages]</a:t>
            </a:r>
          </a:p>
          <a:p>
            <a:r>
              <a:t>  BM --&gt; VER{element diff &lt; max AND pixel gate &lt; 0.3}</a:t>
            </a:r>
          </a:p>
          <a:p>
            <a:r>
              <a:t>  VER --&gt;|pass| MERGE[BM25_MERGE: stored page_key]</a:t>
            </a:r>
          </a:p>
          <a:p>
            <a:r>
              <a:t>  VER --&gt;|all fail| NEW[NEW: new page_key, add to BM25 corpus]</a:t>
            </a:r>
          </a:p>
          <a:p>
            <a:r>
              <a:t>  MERGE --&gt; OBS[observation identify: page-local luminance dedup]</a:t>
            </a:r>
          </a:p>
          <a:p>
            <a:r>
              <a:t>  NEW --&gt; OBS0[observation 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§2 screen_matching, §5 저장 포맷.</a:t>
            </a:r>
          </a:p>
          <a:p>
            <a:r>
              <a:t>page 정체성과 observation 저장 판단이 분리돼 있다는 점을 강조한다.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PK[page_key fixed] --&gt; LOOKUP[page-local luminance lookup]</a:t>
            </a:r>
          </a:p>
          <a:p>
            <a:r>
              <a:t>  LOOKUP --&gt; HIT{pixel diff &lt; screenshot threshold?}</a:t>
            </a:r>
          </a:p>
          <a:p>
            <a:r>
              <a:t>  HIT --&gt;|yes| REUSE[reuse observation_num]</a:t>
            </a:r>
          </a:p>
          <a:p>
            <a:r>
              <a:t>  HIT --&gt;|no| NEWOBS[allocate next observation_num]</a:t>
            </a:r>
          </a:p>
          <a:p>
            <a:r>
              <a:t>  REUSE --&gt; WRITE0{is_new_observation?}</a:t>
            </a:r>
          </a:p>
          <a:p>
            <a:r>
              <a:t>  NEWOBS --&gt; WRITE1{is_new_observation?}</a:t>
            </a:r>
          </a:p>
          <a:p>
            <a:r>
              <a:t>  WRITE0 --&gt;|no| NOWRITE[skip save_observation]</a:t>
            </a:r>
          </a:p>
          <a:p>
            <a:r>
              <a:t>  WRITE1 --&gt;|yes| SAVE[write screenshot/XML/elements]</a:t>
            </a:r>
          </a:p>
          <a:p>
            <a:r>
              <a:t>  PF[persist_filtered = on] --&gt; NEWOBS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§3 Action Space 와 탐색 전략.</a:t>
            </a:r>
          </a:p>
          <a:p>
            <a:r>
              <a:t>아래 다이어그램은 사용자가 고정한 CORE Diagram C 그대로다.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S[select_action per step] --&gt; Q1{navigation in progress?}</a:t>
            </a:r>
          </a:p>
          <a:p>
            <a:r>
              <a:t>  Q1 --&gt;|yes| NAV[re-match next queued step by signature and execute]</a:t>
            </a:r>
          </a:p>
          <a:p>
            <a:r>
              <a:t>  Q1 --&gt;|no| Q2{current screen has unexplored action?}</a:t>
            </a:r>
          </a:p>
          <a:p>
            <a:r>
              <a:t>  Q2 --&gt;|yes| CUR[pick one unexplored, long_touch last]</a:t>
            </a:r>
          </a:p>
          <a:p>
            <a:r>
              <a:t>  Q2 --&gt;|no| Q3{global unexplored target exists?}</a:t>
            </a:r>
          </a:p>
          <a:p>
            <a:r>
              <a:t>  Q3 --&gt;|yes| PLAN[strategy BFS/DFS/GREEDY picks target, TransitionGraph shortest path, execute first step]</a:t>
            </a:r>
          </a:p>
          <a:p>
            <a:r>
              <a:t>  Q3 --&gt;|no| BACK[PressBack; root screen: in-screen tap instead]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§3 navigate-target 선택 전략, Action Space.</a:t>
            </a:r>
          </a:p>
          <a:p>
            <a:r>
              <a:t>기본 strategy는 config 기준 BFS이고, open_app은 navigation 전이에 쓰이지 않는다.</a:t>
            </a:r>
          </a:p>
          <a:p>
            <a:r>
              <a:t>Mermaid source:</a:t>
            </a:r>
          </a:p>
          <a:p>
            <a:r>
              <a:t>flowchart LR</a:t>
            </a:r>
          </a:p>
          <a:p>
            <a:r>
              <a:t>  TARGET[global unexplored target] --&gt; STRAT{strategy}</a:t>
            </a:r>
          </a:p>
          <a:p>
            <a:r>
              <a:t>  STRAT --&gt; BFS[BFS shallow target]</a:t>
            </a:r>
          </a:p>
          <a:p>
            <a:r>
              <a:t>  STRAT --&gt; DFS[DFS deep target]</a:t>
            </a:r>
          </a:p>
          <a:p>
            <a:r>
              <a:t>  STRAT --&gt; GREEDY[GREEDY shortest path]</a:t>
            </a:r>
          </a:p>
          <a:p>
            <a:r>
              <a:t>  BFS --&gt; PATH[TransitionGraph shortest path]</a:t>
            </a:r>
          </a:p>
          <a:p>
            <a:r>
              <a:t>  DFS --&gt; PATH</a:t>
            </a:r>
          </a:p>
          <a:p>
            <a:r>
              <a:t>  GREEDY --&gt; PATH</a:t>
            </a:r>
          </a:p>
          <a:p>
            <a:r>
              <a:t>  PATH --&gt; SEM[semantic action</a:t>
            </a:r>
          </a:p>
          <a:p>
            <a:r>
              <a:t> touch/select/long_touch/set_text/scroll]</a:t>
            </a:r>
          </a:p>
          <a:p>
            <a:r>
              <a:t>  SEM --&gt; DOM[domain action</a:t>
            </a:r>
          </a:p>
          <a:p>
            <a:r>
              <a:t> Tap/LongPress/InputText/Swipe/PressBack]</a:t>
            </a:r>
          </a:p>
          <a:p>
            <a:r>
              <a:t>  REC[open_app record-only] -. transition false .-&gt; 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§2 llm, §2 screen_matching.</a:t>
            </a:r>
          </a:p>
          <a:p>
            <a:r>
              <a:t>LLM은 입력 생성과 element enrichment 두 곳만 쓰고 page identity는 비LLM이라는 점이 핵심이다.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CLIENT[LLMClient</a:t>
            </a:r>
          </a:p>
          <a:p>
            <a:r>
              <a:t>OpenRouter Chat Completions</a:t>
            </a:r>
          </a:p>
          <a:p>
            <a:r>
              <a:t>qwen/qwen3.7-plus] --&gt; TXT[input-text generation]</a:t>
            </a:r>
          </a:p>
          <a:p>
            <a:r>
              <a:t>  CLIENT --&gt; EXT[element extraction opt-in]</a:t>
            </a:r>
          </a:p>
          <a:p>
            <a:r>
              <a:t>  TXT --&gt; PROMPT[App under test context]</a:t>
            </a:r>
          </a:p>
          <a:p>
            <a:r>
              <a:t>  EXT --&gt; ELEM[name/description/parameters</a:t>
            </a:r>
          </a:p>
          <a:p>
            <a:r>
              <a:t> element_index/key_element_index]</a:t>
            </a:r>
          </a:p>
          <a:p>
            <a:r>
              <a:t>  BM25[BM25 unique-page matching] --&gt; PAGE[page_key]</a:t>
            </a:r>
          </a:p>
          <a:p>
            <a:r>
              <a:t>  BM25 -. LLM-free .-&gt;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§5 저장 포맷.</a:t>
            </a:r>
          </a:p>
          <a:p>
            <a:r>
              <a:t>영속 root와 runtime root를 분리해 resume와 후처리 경로를 유지한다.</a:t>
            </a:r>
          </a:p>
          <a:p>
            <a:r>
              <a:t>Mermaid source:</a:t>
            </a:r>
          </a:p>
          <a:p>
            <a:r>
              <a:t>flowchart LR</a:t>
            </a:r>
          </a:p>
          <a:p>
            <a:r>
              <a:t>  ROOT[data package root] --&gt; PAGES[pages/page_key/observation_num]</a:t>
            </a:r>
          </a:p>
          <a:p>
            <a:r>
              <a:t>  ROOT --&gt; GRAPH[page_graph.json + page_graph.html]</a:t>
            </a:r>
          </a:p>
          <a:p>
            <a:r>
              <a:t>  RUN[runtime package root] --&gt; META[metadata.json]</a:t>
            </a:r>
          </a:p>
          <a:p>
            <a:r>
              <a:t>  RUN --&gt; EVENTS[events.jsonl]</a:t>
            </a:r>
          </a:p>
          <a:p>
            <a:r>
              <a:t>  RUN --&gt; COV[activity_coverage.csv]</a:t>
            </a:r>
          </a:p>
          <a:p>
            <a:r>
              <a:t>  RUN --&gt; COST[cost.csv]</a:t>
            </a:r>
          </a:p>
          <a:p>
            <a:r>
              <a:t>  EVENTS --&gt; JOIN[page_key + observation_num join]</a:t>
            </a:r>
          </a:p>
          <a:p>
            <a:r>
              <a:t>  JOIN --&gt; PAGES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§4 세션 관리와 복구.</a:t>
            </a:r>
          </a:p>
          <a:p>
            <a:r>
              <a:t>resume과 recovery는 데이터 손실을 막고 가짜 navigation 전이를 차단하는 방향으로 설계돼 있다.</a:t>
            </a:r>
          </a:p>
          <a:p>
            <a:r>
              <a:t>Mermaid source:</a:t>
            </a:r>
          </a:p>
          <a:p>
            <a:r>
              <a:t>flowchart TD</a:t>
            </a:r>
          </a:p>
          <a:p>
            <a:r>
              <a:t>  START[resume session] --&gt; REHYDRATE[rehydrate page_graph + ScreenMatcher]</a:t>
            </a:r>
          </a:p>
          <a:p>
            <a:r>
              <a:t>  REHYDRATE --&gt; LOOP[collection loop]</a:t>
            </a:r>
          </a:p>
          <a:p>
            <a:r>
              <a:t>  LOOP --&gt; NOCHANGE[no-change retry max 3]</a:t>
            </a:r>
          </a:p>
          <a:p>
            <a:r>
              <a:t>  LOOP --&gt; EMPTY[empty UI retry max 2]</a:t>
            </a:r>
          </a:p>
          <a:p>
            <a:r>
              <a:t>  LOOP --&gt; SAME[same-page guard max 5]</a:t>
            </a:r>
          </a:p>
          <a:p>
            <a:r>
              <a:t>  LOOP --&gt; EXT[external app retry max 10]</a:t>
            </a:r>
          </a:p>
          <a:p>
            <a:r>
              <a:t>  EXT --&gt; RETURN[return_to_app or recover]</a:t>
            </a:r>
          </a:p>
          <a:p>
            <a:r>
              <a:t>  RETURN --&gt; OPEN[log open_app once</a:t>
            </a:r>
          </a:p>
          <a:p>
            <a:r>
              <a:t>transition false]</a:t>
            </a:r>
          </a:p>
          <a:p>
            <a:r>
              <a:t>  PERM[permission dialog] --&gt; GRANT[auto-grant preferred button]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§7 설정 시스템, config/run.yaml.</a:t>
            </a:r>
          </a:p>
          <a:p>
            <a:r>
              <a:t>문서상 기본값과 설정 우선순위를 한 장으로 정리한다.</a:t>
            </a:r>
          </a:p>
          <a:p>
            <a:r>
              <a:t>Mermaid source:</a:t>
            </a:r>
          </a:p>
          <a:p>
            <a:r>
              <a:t>flowchart LR</a:t>
            </a:r>
          </a:p>
          <a:p>
            <a:r>
              <a:t>  B[builtin defaults] --&gt; Y[config/run.yaml]</a:t>
            </a:r>
          </a:p>
          <a:p>
            <a:r>
              <a:t>  Y --&gt; E[MC_* env vars]</a:t>
            </a:r>
          </a:p>
          <a:p>
            <a:r>
              <a:t>  E --&gt; C[CLI flags]</a:t>
            </a:r>
          </a:p>
          <a:p>
            <a:r>
              <a:t>  C --&gt; CFG[resolved RunConfig]</a:t>
            </a:r>
          </a:p>
          <a:p>
            <a:r>
              <a:t>  CFG --&gt; BUDGET[budget_mode = time]</a:t>
            </a:r>
          </a:p>
          <a:p>
            <a:r>
              <a:t>  CFG --&gt; STRAT[strategy = BFS]</a:t>
            </a:r>
          </a:p>
          <a:p>
            <a:r>
              <a:t>  CFG --&gt; MATCH[luminance_prefilter = true</a:t>
            </a:r>
          </a:p>
          <a:p>
            <a:r>
              <a:t>persist_filtered = true</a:t>
            </a:r>
          </a:p>
          <a:p>
            <a:r>
              <a:t>bm25_top_k =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Monkey-Collector 수집 방식</a:t>
            </a:r>
          </a:p>
          <a:p>
            <a:r>
              <a:t>현재 코드·세팅 기준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34640"/>
            <a:ext cx="9601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현재 코드·세팅 기준 파이프라인 요약</a:t>
            </a:r>
          </a:p>
          <a:p>
            <a:r>
              <a:t>• 근거 문서: ARCHITECTURE.md 중심, README.md·config/run.yaml 보조</a:t>
            </a:r>
          </a:p>
          <a:p>
            <a:r>
              <a:t>• 수집은 App 전환 감지와 Python Server 액션 선택·저장으로 분리된다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시스템 개요와 역할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Android App은 foreground 감지, 안정화 판단, screenshot·XML 전송을 맡는다.</a:t>
            </a:r>
          </a:p>
          <a:p>
            <a:r>
              <a:t>• Python Server는 TCP 수신, XML 파싱, action 선택, ADB 실행, 세션 저장을 맡는다.</a:t>
            </a:r>
          </a:p>
          <a:p>
            <a:r>
              <a:t>• 전환 감지는 App, no-change·first screen·external recovery는 server loop가 담당한다.</a:t>
            </a:r>
          </a:p>
          <a:p>
            <a:r>
              <a:t>• 세션 저장은 data/{package}와 runtime/{package} 두 root로 분리된다.</a:t>
            </a:r>
          </a:p>
        </p:txBody>
      </p:sp>
      <p:pic>
        <p:nvPicPr>
          <p:cNvPr id="4" name="Picture 3" descr="tmpjpdjt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198083"/>
            <a:ext cx="6035040" cy="1421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Server-driven standby 루프와 세션 핸드셰이크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클라이언트는 standby 연결을 유지하다가 START 메시지를 받으면 수집을 시작한다.</a:t>
            </a:r>
          </a:p>
          <a:p>
            <a:r>
              <a:t>• 서버는 앱마다 force-stop과 launch 뒤 collection loop를 실행한다.</a:t>
            </a:r>
          </a:p>
          <a:p>
            <a:r>
              <a:t>• 세션 종료 시 SESSION_END 이후 클라이언트가 F를 보내고 fresh socket으로 재접속한다.</a:t>
            </a:r>
          </a:p>
          <a:p>
            <a:r>
              <a:t>• reset_for_new_session은 큐·이벤트만 초기화하고 소켓은 유지해야 한다.</a:t>
            </a:r>
          </a:p>
        </p:txBody>
      </p:sp>
      <p:pic>
        <p:nvPicPr>
          <p:cNvPr id="4" name="Picture 3" descr="tmp5b10v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23" y="1417320"/>
            <a:ext cx="482895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TCP 프로토콜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App에서 Server로 가는 신호는 P, S, X, E, N, F 여섯 가지다.</a:t>
            </a:r>
          </a:p>
          <a:p>
            <a:r>
              <a:t>• Server에서 App으로 가는 제어 메시지는 START와 SESSION_END 두 가지 JSON이다.</a:t>
            </a:r>
          </a:p>
          <a:p>
            <a:r>
              <a:t>• 메시지는 newline-delimited JSON 계약을 사용한다.</a:t>
            </a:r>
          </a:p>
          <a:p>
            <a:r>
              <a:t>• signal queue는 연속 XML만 latest로 collapse하고 제어 신호는 보존한다.</a:t>
            </a:r>
          </a:p>
        </p:txBody>
      </p:sp>
      <p:pic>
        <p:nvPicPr>
          <p:cNvPr id="4" name="Picture 3" descr="tmpvb9k9hy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699208"/>
            <a:ext cx="6035040" cy="419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수집 루프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AccessibilityEvent 이후 App이 안정화와 외부 앱 여부를 먼저 판단한다.</a:t>
            </a:r>
          </a:p>
          <a:p>
            <a:r>
              <a:t>• 변화가 있으면 screenshot·XML·metadata를 보내고 Server가 최신 신호를 소비한다.</a:t>
            </a:r>
          </a:p>
          <a:p>
            <a:r>
              <a:t>• ScreenMatcher가 page_key와 observation을 정한 뒤 Explorer가 다음 action을 고른다.</a:t>
            </a:r>
          </a:p>
          <a:p>
            <a:r>
              <a:t>• 실행 결과는 events.jsonl의 frame_index, page_key, observation_num으로 누적된다.</a:t>
            </a:r>
          </a:p>
        </p:txBody>
      </p:sp>
      <p:pic>
        <p:nvPicPr>
          <p:cNvPr id="4" name="Picture 3" descr="tmp5sy_2m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435" y="1417320"/>
            <a:ext cx="41627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ScreenMatcher: BM25 unique-page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구조 지문 pre-filter가 exact revisit를 먼저 short-circuit한다.</a:t>
            </a:r>
          </a:p>
          <a:p>
            <a:r>
              <a:t>• interactable button·input이 0개면 pending으로 거부해 빈 page blackhole을 막는다.</a:t>
            </a:r>
          </a:p>
          <a:p>
            <a:r>
              <a:t>• 새 화면은 element-line 문서로 직렬화해 BM25 top-K 후보를 검색한다.</a:t>
            </a:r>
          </a:p>
          <a:p>
            <a:r>
              <a:t>• element 기준과 pixel gate를 함께 통과한 첫 후보를 기존 page로 병합한다.</a:t>
            </a:r>
          </a:p>
        </p:txBody>
      </p:sp>
      <p:pic>
        <p:nvPicPr>
          <p:cNvPr id="4" name="Picture 3" descr="tmp_psjte4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910" y="1417320"/>
            <a:ext cx="463777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 식별과 저장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page 식별이 끝나면 같은 page 안에서만 luminance 지문으로 observation을 다시 찾는다.</a:t>
            </a:r>
          </a:p>
          <a:p>
            <a:r>
              <a:t>• 같은 observation이면 재사용하고, 없으면 새 observation_num을 할당한다.</a:t>
            </a:r>
          </a:p>
          <a:p>
            <a:r>
              <a:t>• is_new_observation일 때만 data/{package}/pages/{page_key}/{observation_num}에 새 파일을 쓴다.</a:t>
            </a:r>
          </a:p>
          <a:p>
            <a:r>
              <a:t>• persist_filtered 기본값이 on이라 필터된 재방문도 방문마다 새 observation으로 저장된다.</a:t>
            </a:r>
          </a:p>
        </p:txBody>
      </p:sp>
      <p:pic>
        <p:nvPicPr>
          <p:cNvPr id="4" name="Picture 3" descr="tmply89d2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403" y="1417320"/>
            <a:ext cx="265479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LLMGuidedExplorer: select_action 4단계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진행 중 navigation이 있으면 queued step을 현재 화면에서 다시 매칭해 실행한다.</a:t>
            </a:r>
          </a:p>
          <a:p>
            <a:r>
              <a:t>• 현재 화면에 미탐색 action이 있으면 그중 하나를 고르고 long_touch는 후순위다.</a:t>
            </a:r>
          </a:p>
          <a:p>
            <a:r>
              <a:t>• 없으면 전역 미탐색 target을 골라 shortest path의 첫 step을 실행한다.</a:t>
            </a:r>
          </a:p>
          <a:p>
            <a:r>
              <a:t>• 마지막까지 없으면 back으로 후퇴하고 루트 화면에서는 in-screen tap을 쓴다.</a:t>
            </a:r>
          </a:p>
        </p:txBody>
      </p:sp>
      <p:pic>
        <p:nvPicPr>
          <p:cNvPr id="4" name="Picture 3" descr="tmp2ask6x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28" y="1417320"/>
            <a:ext cx="364254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navigate-target 전략과 Action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전역 target 선택은 BFS, DFS, GREEDY 중 strategy 값으로 달라진다.</a:t>
            </a:r>
          </a:p>
          <a:p>
            <a:r>
              <a:t>• BFS는 root에 가까운 화면, DFS는 더 깊은 화면, GREEDY는 가장 짧은 path를 우선한다.</a:t>
            </a:r>
          </a:p>
          <a:p>
            <a:r>
              <a:t>• 엔진 semantic action은 touch, select, long_touch, set_text, scroll이다.</a:t>
            </a:r>
          </a:p>
          <a:p>
            <a:r>
              <a:t>• domain action은 Tap, LongPress, InputText, Swipe, PressBack이며 open_app은 record-only다.</a:t>
            </a:r>
          </a:p>
        </p:txBody>
      </p:sp>
      <p:pic>
        <p:nvPicPr>
          <p:cNvPr id="4" name="Picture 3" descr="tmp6lyy5qk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456120"/>
            <a:ext cx="6035040" cy="905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 사용처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공용 LLMClient는 OpenRouter Chat Completions와 기본 모델 qwen/qwen3.7-plus를 쓴다.</a:t>
            </a:r>
          </a:p>
          <a:p>
            <a:r>
              <a:t>• 기본 on 사용처는 input-text 생성이고, 앱 설명을 프롬프트에 함께 넣는다.</a:t>
            </a:r>
          </a:p>
          <a:p>
            <a:r>
              <a:t>• element 추출은 opt-in 기본 off이며 name·description·parameters·indexes를 한 번에 뽑는다.</a:t>
            </a:r>
          </a:p>
          <a:p>
            <a:r>
              <a:t>• BM25 기반 page 식별 자체는 LLM-free라서 key가 없어도 dedup 흐름은 유지된다.</a:t>
            </a:r>
          </a:p>
        </p:txBody>
      </p:sp>
      <p:pic>
        <p:nvPicPr>
          <p:cNvPr id="4" name="Picture 3" descr="tmpnqfrxw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414467"/>
            <a:ext cx="6035040" cy="29891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저장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data/{package}는 pages와 page_graph.json·page_graph.html 같은 영속 코퍼스를 담는다.</a:t>
            </a:r>
          </a:p>
          <a:p>
            <a:r>
              <a:t>• runtime/{package}는 metadata, events.jsonl, coverage, cost 같은 휘발성 상태를 담는다.</a:t>
            </a:r>
          </a:p>
          <a:p>
            <a:r>
              <a:t>• page_key와 observation_num은 0-based 정수 디렉터리명이며 조인 키로 재사용된다.</a:t>
            </a:r>
          </a:p>
          <a:p>
            <a:r>
              <a:t>• converter와 오프라인 재구성은 events.jsonl의 page_key·observation_num을 기준으로 화면을 찾는다.</a:t>
            </a:r>
          </a:p>
        </p:txBody>
      </p:sp>
      <p:pic>
        <p:nvPicPr>
          <p:cNvPr id="4" name="Picture 3" descr="tmpe_gvdiy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18774"/>
            <a:ext cx="6035040" cy="1980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세션 관리와 복구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기본 동작은 resume이며 rehydrate_session이 page_graph와 ScreenMatcher 지식을 복원한다.</a:t>
            </a:r>
          </a:p>
          <a:p>
            <a:r>
              <a:t>• MAX_NO_CHANGE_RETRIES=3, MAX_EXTERNAL_APP_RETRIES=10, MAX_SAME_PAGE_STEPS=5, MAX_EMPTY_UI_RETRIES=2를 쓴다.</a:t>
            </a:r>
          </a:p>
          <a:p>
            <a:r>
              <a:t>• 권한 다이얼로그는 grant 우선으로 자동 처리하고, external app 이탈은 return_to_app과 recover로 복구한다.</a:t>
            </a:r>
          </a:p>
          <a:p>
            <a:r>
              <a:t>• 타깃 앱을 다시 띄운 경우 open_app을 events.jsonl에 excursion당 1회 기록하되 transition:false로 격리한다.</a:t>
            </a:r>
          </a:p>
        </p:txBody>
      </p:sp>
      <p:pic>
        <p:nvPicPr>
          <p:cNvPr id="4" name="Picture 3" descr="tmpy1zne5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18197"/>
            <a:ext cx="6035040" cy="35817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설정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46634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설정은 builtin defaults, run.yaml, MC_* env, CLI 플래그 순으로 해석되고 later wins다.</a:t>
            </a:r>
          </a:p>
          <a:p>
            <a:r>
              <a:t>• collection.budget_mode 기본값은 time, max_duration 기본값은 2h다.</a:t>
            </a:r>
          </a:p>
          <a:p>
            <a:r>
              <a:t>• exploration.strategy의 canonical 기본값은 BFS이고 production 기본값도 BFS다.</a:t>
            </a:r>
          </a:p>
          <a:p>
            <a:r>
              <a:t>• screen_matching 기본값은 luminance_prefilter=true, persist_filtered=true, bm25_top_k=5다.</a:t>
            </a:r>
          </a:p>
        </p:txBody>
      </p:sp>
      <p:pic>
        <p:nvPicPr>
          <p:cNvPr id="4" name="Picture 3" descr="tmpp5474s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173850"/>
            <a:ext cx="6035040" cy="1470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